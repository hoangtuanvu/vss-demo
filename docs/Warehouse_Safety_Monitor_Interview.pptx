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Warehouse Safety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FD8DC"/>
                </a:solidFill>
                <a:latin typeface="Arial"/>
              </a:rPr>
              <a:t>An agentic safety-monitoring app built on the NVIDIA VSS Blueprint +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6B900"/>
                </a:solidFill>
                <a:latin typeface="Arial"/>
              </a:rPr>
              <a:t>Hoang Tuan Vu  |  NVIDIA Interview Take-Home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Arial"/>
              </a:rPr>
              <a:t>github.com/hoangtuanvu/vss-demo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6B900"/>
                </a:solidFill>
                <a:latin typeface="Arial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What I'll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4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76B900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4708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Arial"/>
              </a:rPr>
              <a:t>How I approached the project — thinking, constraints,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76B900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89864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Arial"/>
              </a:rPr>
              <a:t>The Blueprint I selected, and 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79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76B900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950207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Arial"/>
              </a:rPr>
              <a:t>The skills I used to build and operate it, and 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76B900"/>
                </a:solidFill>
                <a:latin typeface="Arial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0017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Arial"/>
              </a:rPr>
              <a:t>Conclusion — what this demonstrates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Warehouse Safety Monitor — NVIDIA Interview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6B900"/>
                </a:solidFill>
                <a:latin typeface="Arial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The Problem I Set Out to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4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6B900"/>
                </a:solidFill>
                <a:latin typeface="Arial"/>
              </a:rPr>
              <a:t>Warehouse Safety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92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•  Watch warehouse video for safety hazards in real time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•  Triage and de-duplicate detections so the same incident isn't reported twice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•  Auto-escalate genuinely critical incidents (Slack / webhook)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•  Draft incident reports automatically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•  Answer natural-language questions about footage ("ask the video")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54480"/>
            <a:ext cx="4297680" cy="210000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/>
          <a:lstStyle/>
          <a:p>
            <a:pPr algn="ctr"/>
            <a:r>
              <a:rPr b="1" sz="1400">
                <a:solidFill>
                  <a:srgbClr val="1A1A1A"/>
                </a:solidFill>
              </a:rPr>
              <a:t>5 hazards covered in alert rules + mock (full scope, no cuts; 2 pending real-VSS category-map confirmation):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A4A4A"/>
                </a:solidFill>
              </a:rPr>
              <a:t>•  PPE compliance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A4A4A"/>
                </a:solidFill>
              </a:rPr>
              <a:t>•  Restricted-zone intrusion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A4A4A"/>
                </a:solidFill>
              </a:rPr>
              <a:t>•  Forklift–pedestrian proximity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A4A4A"/>
                </a:solidFill>
              </a:rPr>
              <a:t>•  Fall / man-down detection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A4A4A"/>
                </a:solidFill>
              </a:rPr>
              <a:t>•  Spill / obstruction in walkway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Warehouse Safety Monitor — NVIDIA Interview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Arial"/>
              </a:rPr>
              <a:t>3</a:t>
            </a:r>
          </a:p>
        </p:txBody>
      </p:sp>
      <p:pic>
        <p:nvPicPr>
          <p:cNvPr id="10" name="Picture 9" descr="02-dashboard-with-inci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2568" y="3754480"/>
            <a:ext cx="1762943" cy="20976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6B900"/>
                </a:solidFill>
                <a:latin typeface="Arial"/>
              </a:rPr>
              <a:t>MY THOUGHT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How I Approached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4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A4A4A"/>
                </a:solidFill>
                <a:latin typeface="Arial"/>
              </a:rPr>
              <a:t>I weighed three build strategies before writing a line of code: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520440" cy="402336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77800" rIns="152400"/>
          <a:lstStyle/>
          <a:p>
            <a:pPr algn="ctr"/>
            <a:r>
              <a:rPr b="1" sz="1500">
                <a:solidFill>
                  <a:srgbClr val="1A1A1A"/>
                </a:solidFill>
              </a:rPr>
              <a:t>Full VSS stack</a:t>
            </a:r>
          </a:p>
          <a:p>
            <a:pPr>
              <a:spcBef>
                <a:spcPts val="1000"/>
              </a:spcBef>
            </a:pPr>
            <a:r>
              <a:rPr sz="1250">
                <a:solidFill>
                  <a:srgbClr val="4A4A4A"/>
                </a:solidFill>
              </a:rPr>
              <a:t>Elasticsearch + Kafka + video-analytics-api + behavior-analytics — most faithful to the blueprint, but too many moving parts to stand up reliably in the time 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011680"/>
            <a:ext cx="3520440" cy="402336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77800" rIns="152400"/>
          <a:lstStyle/>
          <a:p>
            <a:pPr algn="ctr"/>
            <a:r>
              <a:rPr b="1" sz="1500">
                <a:solidFill>
                  <a:srgbClr val="1A1A1A"/>
                </a:solidFill>
              </a:rPr>
              <a:t>Bypass VSS entirely</a:t>
            </a:r>
          </a:p>
          <a:p>
            <a:pPr>
              <a:spcBef>
                <a:spcPts val="1000"/>
              </a:spcBef>
            </a:pPr>
            <a:r>
              <a:rPr sz="1250">
                <a:solidFill>
                  <a:srgbClr val="4A4A4A"/>
                </a:solidFill>
              </a:rPr>
              <a:t>Call Cosmos-Reason2 / Nemotron NIMs directly and build the CV/alert pipeline from scratch in LangGraph — fast and fully controlled, but skips the assignment's explicit ask to actually use the Blueprint and its vss-* skills.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520440" cy="4023360"/>
          </a:xfrm>
          <a:prstGeom prst="roundRect">
            <a:avLst/>
          </a:prstGeom>
          <a:solidFill>
            <a:srgbClr val="ECF7E1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77800" rIns="152400"/>
          <a:lstStyle/>
          <a:p>
            <a:pPr algn="ctr"/>
            <a:r>
              <a:rPr b="1" sz="1500">
                <a:solidFill>
                  <a:srgbClr val="2E7D1F"/>
                </a:solidFill>
              </a:rPr>
              <a:t>Lean VSS core + LangGraph ops layer  (chosen)</a:t>
            </a:r>
          </a:p>
          <a:p>
            <a:pPr>
              <a:spcBef>
                <a:spcPts val="1000"/>
              </a:spcBef>
            </a:pPr>
            <a:r>
              <a:rPr sz="1250">
                <a:solidFill>
                  <a:srgbClr val="4A4A4A"/>
                </a:solidFill>
              </a:rPr>
              <a:t>Deploy VSS's warehouse profile for ingestion, dense-captioning, and alerting only. Skip VSS's own analytics stack. The agent owns triage, dedupe, escalation, reporting, and chat — calling VSS as a tool.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Warehouse Safety Monitor — NVIDIA 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6B900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How the Pieces Fit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4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743200" cy="548640"/>
          </a:xfrm>
          <a:prstGeom prst="roundRect">
            <a:avLst/>
          </a:prstGeom>
          <a:solidFill>
            <a:srgbClr val="F5F6F7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</a:rPr>
              <a:t>Frontend
(Next.js + Tailwind)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2148840"/>
            <a:ext cx="0" cy="320040"/>
          </a:xfrm>
          <a:prstGeom prst="bentConnector3">
            <a:avLst/>
          </a:prstGeom>
          <a:ln w="1905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2514600"/>
            <a:ext cx="2743200" cy="640080"/>
          </a:xfrm>
          <a:prstGeom prst="roundRect">
            <a:avLst/>
          </a:prstGeom>
          <a:solidFill>
            <a:srgbClr val="F5F6F7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</a:rPr>
              <a:t>Agent (FastAPI)
upload → ffmpeg → mediamtx RTSP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3154680"/>
            <a:ext cx="0" cy="320040"/>
          </a:xfrm>
          <a:prstGeom prst="bentConnector3">
            <a:avLst/>
          </a:prstGeom>
          <a:ln w="1905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" y="3520440"/>
            <a:ext cx="2743200" cy="914400"/>
          </a:xfrm>
          <a:prstGeom prst="roundRect">
            <a:avLst/>
          </a:prstGeom>
          <a:solidFill>
            <a:srgbClr val="ECF7E1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</a:rPr>
              <a:t>VSS warehouse profile (Brev GPU)
Dense-captioning + 5 alert rules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4434840"/>
            <a:ext cx="0" cy="320039"/>
          </a:xfrm>
          <a:prstGeom prst="bentConnector3">
            <a:avLst/>
          </a:prstGeom>
          <a:ln w="1905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4800600"/>
            <a:ext cx="2743200" cy="548640"/>
          </a:xfrm>
          <a:prstGeom prst="roundRect">
            <a:avLst/>
          </a:prstGeom>
          <a:solidFill>
            <a:srgbClr val="F5F6F7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Polled by Agent
(alert-bridge :9080)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00200"/>
            <a:ext cx="3291840" cy="914400"/>
          </a:xfrm>
          <a:prstGeom prst="roundRect">
            <a:avLst/>
          </a:prstGeom>
          <a:solidFill>
            <a:srgbClr val="F5F6F7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</a:rPr>
              <a:t>LangGraph Triage
classify severity → dedupe →
persist → escalate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697480"/>
            <a:ext cx="3291840" cy="640080"/>
          </a:xfrm>
          <a:prstGeom prst="roundRect">
            <a:avLst/>
          </a:prstGeom>
          <a:solidFill>
            <a:srgbClr val="F5F6F7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Incident Store
(SQLite / Postgres)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520440"/>
            <a:ext cx="3291840" cy="640080"/>
          </a:xfrm>
          <a:prstGeom prst="roundRect">
            <a:avLst/>
          </a:prstGeom>
          <a:solidFill>
            <a:srgbClr val="F5F6F7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Critical → report + Slack/webhook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343400"/>
            <a:ext cx="3291840" cy="548640"/>
          </a:xfrm>
          <a:prstGeom prst="roundRect">
            <a:avLst/>
          </a:prstGeom>
          <a:solidFill>
            <a:srgbClr val="F5F6F7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Chat graph: ask-video / analytics / SOP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600200"/>
            <a:ext cx="3017520" cy="3749039"/>
          </a:xfrm>
          <a:prstGeom prst="roundRect">
            <a:avLst/>
          </a:prstGeom>
          <a:solidFill>
            <a:srgbClr val="F0F0F0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1A"/>
                </a:solidFill>
              </a:rPr>
              <a:t>Frontend (SSE-driven)
Live incident feed
Incident detail + report
Chat panel
Stats summary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66160" y="2057400"/>
            <a:ext cx="731520" cy="0"/>
          </a:xfrm>
          <a:prstGeom prst="bentConnector3">
            <a:avLst/>
          </a:prstGeom>
          <a:ln w="2540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89520" y="3017520"/>
            <a:ext cx="822960" cy="0"/>
          </a:xfrm>
          <a:prstGeom prst="bentConnector3">
            <a:avLst/>
          </a:prstGeom>
          <a:ln w="2540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Arial"/>
              </a:rPr>
              <a:t>Key decision: VSS owns video ingestion, captioning, and raw alerting. The agent owns the incident store and every triage / escalation / report / chat decision — that's the agentic layer actually being evaluated.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Warehouse Safety Monitor — NVIDIA Interview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6B900"/>
                </a:solidFill>
                <a:latin typeface="Arial"/>
              </a:rPr>
              <a:t>NVIDIA AI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Video Search &amp; Summarization (VSS) — Warehouse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4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76B900"/>
                </a:solidFill>
              </a:rPr>
              <a:t>What it is:  </a:t>
            </a:r>
            <a:r>
              <a:rPr sz="1500">
                <a:solidFill>
                  <a:srgbClr val="1A1A1A"/>
                </a:solidFill>
              </a:rPr>
              <a:t>build.nvidia.com's Video Search &amp; Summarization Blueprint, deployed with the warehouse profile — live RTSP ingestion, Cosmos-Reason2 VLM dense-captioning, and configurable alert rules.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76B900"/>
                </a:solidFill>
              </a:rPr>
              <a:t>Why warehouse, specifically:  </a:t>
            </a:r>
            <a:r>
              <a:rPr sz="1500">
                <a:solidFill>
                  <a:srgbClr val="1A1A1A"/>
                </a:solidFill>
              </a:rPr>
              <a:t>It ships built-in support for exactly the hazard categories this scenario needed — PPE, zone intrusion, proximity, fall detection, spill/obstruction — instead of generic captioning I'd have to repurpose.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76B900"/>
                </a:solidFill>
              </a:rPr>
              <a:t>Why deploy it for real:  </a:t>
            </a:r>
            <a:r>
              <a:rPr sz="1500">
                <a:solidFill>
                  <a:srgbClr val="1A1A1A"/>
                </a:solidFill>
              </a:rPr>
              <a:t>The assignment explicitly evaluates genuine blueprint + skills usage, not a description of them — so it had to be a real Brev GPU deployment the interview can be run against live.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76B900"/>
                </a:solidFill>
              </a:rPr>
              <a:t>Why not the full VSS stack:  </a:t>
            </a:r>
            <a:r>
              <a:rPr sz="1500">
                <a:solidFill>
                  <a:srgbClr val="1A1A1A"/>
                </a:solidFill>
              </a:rPr>
              <a:t>Its own Elasticsearch / Kafka / video-analytics-api / behavior-analytics services add reliability risk for a multi-day build with no payoff for what's being assessed — the agentic layer, not VSS's own analytics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00200"/>
            <a:ext cx="4297680" cy="2000000"/>
          </a:xfrm>
          <a:prstGeom prst="roundRect">
            <a:avLst/>
          </a:prstGeom>
          <a:solidFill>
            <a:srgbClr val="ECF7E1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/>
          <a:lstStyle/>
          <a:p>
            <a:pPr algn="ctr"/>
            <a:r>
              <a:rPr b="1" sz="1500">
                <a:solidFill>
                  <a:srgbClr val="1A1A1A"/>
                </a:solidFill>
              </a:rPr>
              <a:t>Used from the Blueprint: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4A4A4A"/>
                </a:solidFill>
              </a:rPr>
              <a:t>•  Live RTSP ingestion (mediamtx loopback)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4A4A4A"/>
                </a:solidFill>
              </a:rPr>
              <a:t>•  Cosmos-Reason2 VLM dense-captioning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4A4A4A"/>
                </a:solidFill>
              </a:rPr>
              <a:t>•  5 configured alert rules (warehouse hazards; 2 of 5 raw categories not yet confirmed live, see slide 3 note)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4A4A4A"/>
                </a:solidFill>
              </a:rPr>
              <a:t>•  MCP/REST in use: alerts, chat (ask-video/SOP), generate-report. query-analytics/search-archive not yet wired — roadmap, see next slide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9A3A00"/>
                </a:solidFill>
              </a:rPr>
              <a:t>Deliberately NOT used: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4A4A4A"/>
                </a:solidFill>
              </a:rPr>
              <a:t>VSS's own Elasticsearch analytics stack — the agent keeps its own incident store instead.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Warehouse Safety Monitor — NVIDIA Interview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Arial"/>
              </a:rPr>
              <a:t>6</a:t>
            </a:r>
          </a:p>
        </p:txBody>
      </p:sp>
      <p:pic>
        <p:nvPicPr>
          <p:cNvPr id="9" name="Picture 8" descr="nvidia-vss-arch-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030" y="3700200"/>
            <a:ext cx="2528020" cy="20147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6B900"/>
                </a:solidFill>
                <a:latin typeface="Arial"/>
              </a:rPr>
              <a:t>NVIDIA AGENT SKILLS (GITHUB.COM/NVIDIA/SKILLS)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Skills Used — Build &amp; Operate the Blueprint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4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Arial"/>
              </a:rPr>
              <a:t>Dev-time ops skills — run from Claude Code against the live Brev deployment, not shipped in the app: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600">
                <a:solidFill>
                  <a:srgbClr val="76B900"/>
                </a:solidFill>
              </a:rPr>
              <a:t>vss-deploy-profile  </a:t>
            </a:r>
            <a:r>
              <a:rPr sz="1600">
                <a:solidFill>
                  <a:srgbClr val="1A1A1A"/>
                </a:solidFill>
              </a:rPr>
              <a:t> — deployed the warehouse profile itself onto the Brev GPU instance (2×A6000).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600">
                <a:solidFill>
                  <a:srgbClr val="76B900"/>
                </a:solidFill>
              </a:rPr>
              <a:t>vss-manage-alerts  </a:t>
            </a:r>
            <a:r>
              <a:rPr sz="1600">
                <a:solidFill>
                  <a:srgbClr val="1A1A1A"/>
                </a:solidFill>
              </a:rPr>
              <a:t> — configured the 5 hazard alert rules (PPE, zone intrusion, forklift proximity, fall, spill) so VSS emits the right alert categories for the agent to poll.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600">
                <a:solidFill>
                  <a:srgbClr val="76B900"/>
                </a:solidFill>
              </a:rPr>
              <a:t>vss-deploy-dense-captioning  </a:t>
            </a:r>
            <a:r>
              <a:rPr sz="1600">
                <a:solidFill>
                  <a:srgbClr val="1A1A1A"/>
                </a:solidFill>
              </a:rPr>
              <a:t> — set up the Cosmos-Reason2 VLM captioning pipeline the alert rules and chat both depend 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600">
                <a:solidFill>
                  <a:srgbClr val="76B900"/>
                </a:solidFill>
              </a:rPr>
              <a:t>vss-generate-video-calibration  </a:t>
            </a:r>
            <a:r>
              <a:rPr sz="1600">
                <a:solidFill>
                  <a:srgbClr val="1A1A1A"/>
                </a:solidFill>
              </a:rPr>
              <a:t> — configured the camera/source settings used for the upload-as-simulated-stream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Warehouse Safety Monitor — NVIDIA Interview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6B900"/>
                </a:solidFill>
                <a:latin typeface="Arial"/>
              </a:rPr>
              <a:t>NVIDIA AGENT SKILLS (GITHUB.COM/NVIDIA/SKILLS)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Skills Used — Runtime Capabilities the App Depends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4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Arial"/>
              </a:rPr>
              <a:t>These skills describe how to configure capabilities the agent calls at runtime. Two are wired to real VSS REST calls today (ask-video, generate-report); two are roadmap items described here for completeness, not yet live integrations: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11064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600">
                <a:solidFill>
                  <a:srgbClr val="76B900"/>
                </a:solidFill>
              </a:rPr>
              <a:t>vss-ask-video  </a:t>
            </a:r>
            <a:r>
              <a:rPr sz="1600">
                <a:solidFill>
                  <a:srgbClr val="1A1A1A"/>
                </a:solidFill>
              </a:rPr>
              <a:t> — backs the chat graph's general-question intent via VSS's /chat endpoint ("what happened at the loading dock at 2pm?").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600">
                <a:solidFill>
                  <a:srgbClr val="76B900"/>
                </a:solidFill>
              </a:rPr>
              <a:t>vss-query-analytics  </a:t>
            </a:r>
            <a:r>
              <a:rPr sz="1600">
                <a:solidFill>
                  <a:srgbClr val="1A1A1A"/>
                </a:solidFill>
              </a:rPr>
              <a:t> — NOT yet wired up: chat graph has no separate analytics intent today; would reuse the same /chat call. Roadmap.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600">
                <a:solidFill>
                  <a:srgbClr val="76B900"/>
                </a:solidFill>
              </a:rPr>
              <a:t>vss-search-archive  </a:t>
            </a:r>
            <a:r>
              <a:rPr sz="1600">
                <a:solidFill>
                  <a:srgbClr val="1A1A1A"/>
                </a:solidFill>
              </a:rPr>
              <a:t> — NOT yet wired up: no dedicated search-archive call exists in vss_client.py today. Roadmap.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600">
                <a:solidFill>
                  <a:srgbClr val="76B900"/>
                </a:solidFill>
              </a:rPr>
              <a:t>vss-generate-video-report  </a:t>
            </a:r>
            <a:r>
              <a:rPr sz="1600">
                <a:solidFill>
                  <a:srgbClr val="1A1A1A"/>
                </a:solidFill>
              </a:rPr>
              <a:t> — invoked by the triage graph automatically whenever an incident is classified critical, to draft the incident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Warehouse Safety Monitor — NVIDIA Interview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6B900"/>
                </a:solidFill>
                <a:latin typeface="Arial"/>
              </a:rPr>
              <a:t>CLAUDE CODE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How I Built It — Process Skills, Not Just Blueprint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4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50">
                <a:solidFill>
                  <a:srgbClr val="76B900"/>
                </a:solidFill>
              </a:rPr>
              <a:t>brainstorming  </a:t>
            </a:r>
            <a:r>
              <a:rPr sz="1550">
                <a:solidFill>
                  <a:srgbClr val="1A1A1A"/>
                </a:solidFill>
              </a:rPr>
              <a:t> — explored intent/requirements before committing to the "lean VSS core + LangGraph ops layer" architecture, instead of jumping straight to code.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50">
                <a:solidFill>
                  <a:srgbClr val="76B900"/>
                </a:solidFill>
              </a:rPr>
              <a:t>writing-plans / test-driven-development  </a:t>
            </a:r>
            <a:r>
              <a:rPr sz="1550">
                <a:solidFill>
                  <a:srgbClr val="1A1A1A"/>
                </a:solidFill>
              </a:rPr>
              <a:t> — every feature (triage graph, dedupe, escalation, chat formatting, dashboard redesign) went through a written design doc + a checkbox TDD plan before implementation.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50">
                <a:solidFill>
                  <a:srgbClr val="76B900"/>
                </a:solidFill>
              </a:rPr>
              <a:t>systematic-debugging  </a:t>
            </a:r>
            <a:r>
              <a:rPr sz="1550">
                <a:solidFill>
                  <a:srgbClr val="1A1A1A"/>
                </a:solidFill>
              </a:rPr>
              <a:t> — used for root-causing issues (e.g. real VSS integration quirks) instead of guessing at fixes.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50">
                <a:solidFill>
                  <a:srgbClr val="76B900"/>
                </a:solidFill>
              </a:rPr>
              <a:t>verification-before-completion  </a:t>
            </a:r>
            <a:r>
              <a:rPr sz="1550">
                <a:solidFill>
                  <a:srgbClr val="1A1A1A"/>
                </a:solidFill>
              </a:rPr>
              <a:t> — ran the actual test suite / manual demo script before ever declaring a feature "done".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50">
                <a:solidFill>
                  <a:srgbClr val="76B900"/>
                </a:solidFill>
              </a:rPr>
              <a:t>vss-deploy-profile / vss-manage-alerts (as Claude Code skills)  </a:t>
            </a:r>
            <a:r>
              <a:rPr sz="1550">
                <a:solidFill>
                  <a:srgbClr val="1A1A1A"/>
                </a:solidFill>
              </a:rPr>
              <a:t> — same blueprint-ops skills above, invoked directly from this Claude Code session against the Brev box.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Warehouse Safety Monitor — NVIDIA Interview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6B900"/>
                </a:solidFill>
                <a:latin typeface="Arial"/>
              </a:rPr>
              <a:t>THE AGENTIC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What's Actually Being Evaluated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4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A4A4A"/>
                </a:solidFill>
                <a:latin typeface="Arial"/>
              </a:rPr>
              <a:t>VSS supplies raw, noisy VLM-detected events. The LangGraph agent decides what's real: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057400" cy="914400"/>
          </a:xfrm>
          <a:prstGeom prst="roundRect">
            <a:avLst/>
          </a:prstGeom>
          <a:solidFill>
            <a:srgbClr val="ECF7E1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</a:rPr>
              <a:t>classify_severity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97480" y="2743200"/>
            <a:ext cx="228600" cy="0"/>
          </a:xfrm>
          <a:prstGeom prst="bentConnector3">
            <a:avLst/>
          </a:prstGeom>
          <a:ln w="2540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26080" y="2286000"/>
            <a:ext cx="2057400" cy="914400"/>
          </a:xfrm>
          <a:prstGeom prst="roundRect">
            <a:avLst/>
          </a:prstGeom>
          <a:solidFill>
            <a:srgbClr val="ECF7E1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</a:rPr>
              <a:t>dedupe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83480" y="2743200"/>
            <a:ext cx="228600" cy="0"/>
          </a:xfrm>
          <a:prstGeom prst="bentConnector3">
            <a:avLst/>
          </a:prstGeom>
          <a:ln w="2540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212080" y="2286000"/>
            <a:ext cx="2057400" cy="914400"/>
          </a:xfrm>
          <a:prstGeom prst="roundRect">
            <a:avLst/>
          </a:prstGeom>
          <a:solidFill>
            <a:srgbClr val="F5F6F7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</a:rPr>
              <a:t>persist_incident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743200"/>
            <a:ext cx="228599" cy="0"/>
          </a:xfrm>
          <a:prstGeom prst="bentConnector3">
            <a:avLst/>
          </a:prstGeom>
          <a:ln w="2540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98079" y="2286000"/>
            <a:ext cx="2057400" cy="914400"/>
          </a:xfrm>
          <a:prstGeom prst="roundRect">
            <a:avLst/>
          </a:prstGeom>
          <a:solidFill>
            <a:srgbClr val="F5F6F7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</a:rPr>
              <a:t>generate_report
(critical only)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55480" y="2743200"/>
            <a:ext cx="228600" cy="0"/>
          </a:xfrm>
          <a:prstGeom prst="bentConnector3">
            <a:avLst/>
          </a:prstGeom>
          <a:ln w="2540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784080" y="2286000"/>
            <a:ext cx="2057400" cy="914400"/>
          </a:xfrm>
          <a:prstGeom prst="roundRect">
            <a:avLst/>
          </a:prstGeom>
          <a:solidFill>
            <a:srgbClr val="ECF7E1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</a:rPr>
              <a:t>escalate_notify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8200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</a:rPr>
              <a:t>•  Severity classification + dedupe is the core triage contribution — merges repeated VLM detections of the same incident and escalates only genuine hazards, never raising on classification failure (falls back to 'warning').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</a:rPr>
              <a:t>•  SOP-suggestion chat node drafts corrective guidance from incident patterns — the clearest "full ops agent" differentiator beyond basic alerting.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</a:rPr>
              <a:t>•  Best-effort error handling throughout: report generation, escalation, and chat all catch/fallback rather than ever blocking the core upload → triage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Arial"/>
              </a:rPr>
              <a:t>Warehouse Safety Monitor — NVIDIA Interview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Arial"/>
              </a:rPr>
              <a:t>10</a:t>
            </a:r>
          </a:p>
        </p:txBody>
      </p:sp>
      <p:pic>
        <p:nvPicPr>
          <p:cNvPr id="18" name="Picture 17" descr="05-chat-quick-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640" y="3795438"/>
            <a:ext cx="2744415" cy="21017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6B9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What This Project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600">
                <a:solidFill>
                  <a:srgbClr val="76B900"/>
                </a:solidFill>
              </a:rPr>
              <a:t>Genuine blueprint usage —  </a:t>
            </a:r>
            <a:r>
              <a:rPr sz="1600">
                <a:solidFill>
                  <a:srgbClr val="FFFFFF"/>
                </a:solidFill>
              </a:rPr>
              <a:t>a real VSS warehouse profile deployed on Brev GPU, not a mocked description, with a local mock fallback purely for offline dev.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600">
                <a:solidFill>
                  <a:srgbClr val="76B900"/>
                </a:solidFill>
              </a:rPr>
              <a:t>Genuine skills usage —  </a:t>
            </a:r>
            <a:r>
              <a:rPr sz="1600">
                <a:solidFill>
                  <a:srgbClr val="FFFFFF"/>
                </a:solidFill>
              </a:rPr>
              <a:t>NVIDIA skills for blueprint deployment/alert-config, plus Claude Code process skills (brainstorming, TDD, systematic debugging) for the build itself.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600">
                <a:solidFill>
                  <a:srgbClr val="76B900"/>
                </a:solidFill>
              </a:rPr>
              <a:t>A real agentic layer —  </a:t>
            </a:r>
            <a:r>
              <a:rPr sz="1600">
                <a:solidFill>
                  <a:srgbClr val="FFFFFF"/>
                </a:solidFill>
              </a:rPr>
              <a:t>LangGraph owns triage, dedupe, escalation, reporting, and conversational Q&amp;A — the part of the system that's actually intelligent, sitting on top of VSS rather than reimplementing it.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600">
                <a:solidFill>
                  <a:srgbClr val="76B900"/>
                </a:solidFill>
              </a:rPr>
              <a:t>Full scope, no cuts —  </a:t>
            </a:r>
            <a:r>
              <a:rPr sz="1600">
                <a:solidFill>
                  <a:srgbClr val="FFFFFF"/>
                </a:solidFill>
              </a:rPr>
              <a:t>all 5 hazard types, full "ops agent" tier (triage, dedupe, auto-report, chat, autonomous escalation), working end-to-end with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6B900"/>
                </a:solidFill>
                <a:latin typeface="Arial"/>
              </a:rPr>
              <a:t>Ready for a live walkthrough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